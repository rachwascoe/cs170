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3" r:id="rId6"/>
    <p:sldId id="264" r:id="rId7"/>
    <p:sldId id="259" r:id="rId8"/>
    <p:sldId id="260" r:id="rId9"/>
    <p:sldId id="261" r:id="rId10"/>
    <p:sldId id="262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702382-8682-4A2B-9A93-9D2C898F3580}" v="61" dt="2025-12-01T14:29:34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B03915-2A20-4EA5-90C2-56286EE072D8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7DA5BC0-AB7C-4E5C-AB17-68E164E03DB1}">
      <dgm:prSet/>
      <dgm:spPr/>
      <dgm:t>
        <a:bodyPr/>
        <a:lstStyle/>
        <a:p>
          <a:r>
            <a:rPr lang="en-US"/>
            <a:t>Grouping genres was difficult at first but I was able to use what we did earlier in class (like for loops with if/else statements) to figure it out</a:t>
          </a:r>
        </a:p>
      </dgm:t>
    </dgm:pt>
    <dgm:pt modelId="{B2194016-AE59-4F67-A388-EFBD58787533}" type="parTrans" cxnId="{0DE4392F-35CF-4378-B27E-9421B87D88E4}">
      <dgm:prSet/>
      <dgm:spPr/>
      <dgm:t>
        <a:bodyPr/>
        <a:lstStyle/>
        <a:p>
          <a:endParaRPr lang="en-US"/>
        </a:p>
      </dgm:t>
    </dgm:pt>
    <dgm:pt modelId="{0C818728-05E8-4612-83C6-7AA3E6CB90E5}" type="sibTrans" cxnId="{0DE4392F-35CF-4378-B27E-9421B87D88E4}">
      <dgm:prSet/>
      <dgm:spPr/>
      <dgm:t>
        <a:bodyPr/>
        <a:lstStyle/>
        <a:p>
          <a:endParaRPr lang="en-US"/>
        </a:p>
      </dgm:t>
    </dgm:pt>
    <dgm:pt modelId="{1D087653-E69E-4CB7-B951-CAAC35127E6C}">
      <dgm:prSet/>
      <dgm:spPr/>
      <dgm:t>
        <a:bodyPr/>
        <a:lstStyle/>
        <a:p>
          <a:r>
            <a:rPr lang="en-US"/>
            <a:t>Overall, the project gave me information about the correlation between genre and sales (this is helpful as a writer to know what genres are increasing in sales)</a:t>
          </a:r>
        </a:p>
      </dgm:t>
    </dgm:pt>
    <dgm:pt modelId="{78BADA14-2E32-4CB4-9D4B-76AD6BCFEA52}" type="parTrans" cxnId="{A9432E30-E402-411C-A768-EBA8A967FC2A}">
      <dgm:prSet/>
      <dgm:spPr/>
      <dgm:t>
        <a:bodyPr/>
        <a:lstStyle/>
        <a:p>
          <a:endParaRPr lang="en-US"/>
        </a:p>
      </dgm:t>
    </dgm:pt>
    <dgm:pt modelId="{F7C6393B-FBA4-4040-A131-A67D3AE3BA39}" type="sibTrans" cxnId="{A9432E30-E402-411C-A768-EBA8A967FC2A}">
      <dgm:prSet/>
      <dgm:spPr/>
      <dgm:t>
        <a:bodyPr/>
        <a:lstStyle/>
        <a:p>
          <a:endParaRPr lang="en-US"/>
        </a:p>
      </dgm:t>
    </dgm:pt>
    <dgm:pt modelId="{438011DB-04F8-46CF-8C7B-5AECA1B63931}">
      <dgm:prSet/>
      <dgm:spPr/>
      <dgm:t>
        <a:bodyPr/>
        <a:lstStyle/>
        <a:p>
          <a:r>
            <a:rPr lang="en-US"/>
            <a:t>This class helped me to understand how basic coding works and how to understand datasets through code</a:t>
          </a:r>
        </a:p>
      </dgm:t>
    </dgm:pt>
    <dgm:pt modelId="{788D6903-59EE-4A93-8EFC-5227F0C4D0B2}" type="parTrans" cxnId="{08E02C5F-9A92-44E2-92E8-D0A0BA23B835}">
      <dgm:prSet/>
      <dgm:spPr/>
      <dgm:t>
        <a:bodyPr/>
        <a:lstStyle/>
        <a:p>
          <a:endParaRPr lang="en-US"/>
        </a:p>
      </dgm:t>
    </dgm:pt>
    <dgm:pt modelId="{4D22307C-9C05-4693-B3D7-8692433B27D2}" type="sibTrans" cxnId="{08E02C5F-9A92-44E2-92E8-D0A0BA23B835}">
      <dgm:prSet/>
      <dgm:spPr/>
      <dgm:t>
        <a:bodyPr/>
        <a:lstStyle/>
        <a:p>
          <a:endParaRPr lang="en-US"/>
        </a:p>
      </dgm:t>
    </dgm:pt>
    <dgm:pt modelId="{E93F5B55-6FC4-4E66-92AB-43A9305184A8}">
      <dgm:prSet custT="1"/>
      <dgm:spPr/>
      <dgm:t>
        <a:bodyPr/>
        <a:lstStyle/>
        <a:p>
          <a:r>
            <a:rPr lang="en-US" sz="3200" b="1" dirty="0"/>
            <a:t>Do you have any questions?</a:t>
          </a:r>
        </a:p>
      </dgm:t>
    </dgm:pt>
    <dgm:pt modelId="{19474014-F6F9-47C5-BE16-DC1C79CC4C48}" type="parTrans" cxnId="{AA560CB8-A524-41D4-8BAE-74F7B6022731}">
      <dgm:prSet/>
      <dgm:spPr/>
      <dgm:t>
        <a:bodyPr/>
        <a:lstStyle/>
        <a:p>
          <a:endParaRPr lang="en-US"/>
        </a:p>
      </dgm:t>
    </dgm:pt>
    <dgm:pt modelId="{57EF14DE-6AFF-410A-99B3-FD228DACE67B}" type="sibTrans" cxnId="{AA560CB8-A524-41D4-8BAE-74F7B6022731}">
      <dgm:prSet/>
      <dgm:spPr/>
      <dgm:t>
        <a:bodyPr/>
        <a:lstStyle/>
        <a:p>
          <a:endParaRPr lang="en-US"/>
        </a:p>
      </dgm:t>
    </dgm:pt>
    <dgm:pt modelId="{26C87B23-E070-4188-B5A6-66E96C5D12DF}" type="pres">
      <dgm:prSet presAssocID="{E3B03915-2A20-4EA5-90C2-56286EE072D8}" presName="outerComposite" presStyleCnt="0">
        <dgm:presLayoutVars>
          <dgm:chMax val="5"/>
          <dgm:dir/>
          <dgm:resizeHandles val="exact"/>
        </dgm:presLayoutVars>
      </dgm:prSet>
      <dgm:spPr/>
    </dgm:pt>
    <dgm:pt modelId="{4711F629-1E4F-48CC-AE1E-C5B5BA3E1B3F}" type="pres">
      <dgm:prSet presAssocID="{E3B03915-2A20-4EA5-90C2-56286EE072D8}" presName="dummyMaxCanvas" presStyleCnt="0">
        <dgm:presLayoutVars/>
      </dgm:prSet>
      <dgm:spPr/>
    </dgm:pt>
    <dgm:pt modelId="{8311D232-C942-40D1-9309-C359BD49D2D1}" type="pres">
      <dgm:prSet presAssocID="{E3B03915-2A20-4EA5-90C2-56286EE072D8}" presName="FourNodes_1" presStyleLbl="node1" presStyleIdx="0" presStyleCnt="4">
        <dgm:presLayoutVars>
          <dgm:bulletEnabled val="1"/>
        </dgm:presLayoutVars>
      </dgm:prSet>
      <dgm:spPr/>
    </dgm:pt>
    <dgm:pt modelId="{BE5E2D6C-BDDE-460B-8F6B-9A1016E0EB67}" type="pres">
      <dgm:prSet presAssocID="{E3B03915-2A20-4EA5-90C2-56286EE072D8}" presName="FourNodes_2" presStyleLbl="node1" presStyleIdx="1" presStyleCnt="4">
        <dgm:presLayoutVars>
          <dgm:bulletEnabled val="1"/>
        </dgm:presLayoutVars>
      </dgm:prSet>
      <dgm:spPr/>
    </dgm:pt>
    <dgm:pt modelId="{90203423-F47F-4EA5-BF16-D55B23124C23}" type="pres">
      <dgm:prSet presAssocID="{E3B03915-2A20-4EA5-90C2-56286EE072D8}" presName="FourNodes_3" presStyleLbl="node1" presStyleIdx="2" presStyleCnt="4">
        <dgm:presLayoutVars>
          <dgm:bulletEnabled val="1"/>
        </dgm:presLayoutVars>
      </dgm:prSet>
      <dgm:spPr/>
    </dgm:pt>
    <dgm:pt modelId="{E3D02028-D4E7-4532-B509-03690D021EF6}" type="pres">
      <dgm:prSet presAssocID="{E3B03915-2A20-4EA5-90C2-56286EE072D8}" presName="FourNodes_4" presStyleLbl="node1" presStyleIdx="3" presStyleCnt="4">
        <dgm:presLayoutVars>
          <dgm:bulletEnabled val="1"/>
        </dgm:presLayoutVars>
      </dgm:prSet>
      <dgm:spPr/>
    </dgm:pt>
    <dgm:pt modelId="{B846172E-ABCD-45A5-8BB0-93034E3289B3}" type="pres">
      <dgm:prSet presAssocID="{E3B03915-2A20-4EA5-90C2-56286EE072D8}" presName="FourConn_1-2" presStyleLbl="fgAccFollowNode1" presStyleIdx="0" presStyleCnt="3">
        <dgm:presLayoutVars>
          <dgm:bulletEnabled val="1"/>
        </dgm:presLayoutVars>
      </dgm:prSet>
      <dgm:spPr/>
    </dgm:pt>
    <dgm:pt modelId="{0A1016BC-0B05-4B72-8880-753E4C47552E}" type="pres">
      <dgm:prSet presAssocID="{E3B03915-2A20-4EA5-90C2-56286EE072D8}" presName="FourConn_2-3" presStyleLbl="fgAccFollowNode1" presStyleIdx="1" presStyleCnt="3">
        <dgm:presLayoutVars>
          <dgm:bulletEnabled val="1"/>
        </dgm:presLayoutVars>
      </dgm:prSet>
      <dgm:spPr/>
    </dgm:pt>
    <dgm:pt modelId="{3911BBE5-E53A-4D86-9ED3-BD1FFD936934}" type="pres">
      <dgm:prSet presAssocID="{E3B03915-2A20-4EA5-90C2-56286EE072D8}" presName="FourConn_3-4" presStyleLbl="fgAccFollowNode1" presStyleIdx="2" presStyleCnt="3">
        <dgm:presLayoutVars>
          <dgm:bulletEnabled val="1"/>
        </dgm:presLayoutVars>
      </dgm:prSet>
      <dgm:spPr/>
    </dgm:pt>
    <dgm:pt modelId="{62C22CE1-6B3E-44D6-9C2E-E7C24B7A3E37}" type="pres">
      <dgm:prSet presAssocID="{E3B03915-2A20-4EA5-90C2-56286EE072D8}" presName="FourNodes_1_text" presStyleLbl="node1" presStyleIdx="3" presStyleCnt="4">
        <dgm:presLayoutVars>
          <dgm:bulletEnabled val="1"/>
        </dgm:presLayoutVars>
      </dgm:prSet>
      <dgm:spPr/>
    </dgm:pt>
    <dgm:pt modelId="{67A53D5E-18AA-4815-BBCD-024F7D1CB940}" type="pres">
      <dgm:prSet presAssocID="{E3B03915-2A20-4EA5-90C2-56286EE072D8}" presName="FourNodes_2_text" presStyleLbl="node1" presStyleIdx="3" presStyleCnt="4">
        <dgm:presLayoutVars>
          <dgm:bulletEnabled val="1"/>
        </dgm:presLayoutVars>
      </dgm:prSet>
      <dgm:spPr/>
    </dgm:pt>
    <dgm:pt modelId="{1D623E9D-B5A3-4B4E-B5E4-57B19BD43805}" type="pres">
      <dgm:prSet presAssocID="{E3B03915-2A20-4EA5-90C2-56286EE072D8}" presName="FourNodes_3_text" presStyleLbl="node1" presStyleIdx="3" presStyleCnt="4">
        <dgm:presLayoutVars>
          <dgm:bulletEnabled val="1"/>
        </dgm:presLayoutVars>
      </dgm:prSet>
      <dgm:spPr/>
    </dgm:pt>
    <dgm:pt modelId="{8F90740F-EBA1-438A-A608-903F89B68489}" type="pres">
      <dgm:prSet presAssocID="{E3B03915-2A20-4EA5-90C2-56286EE072D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42D360C-E3A9-4AB3-993A-A9A8C0297291}" type="presOf" srcId="{F7C6393B-FBA4-4040-A131-A67D3AE3BA39}" destId="{0A1016BC-0B05-4B72-8880-753E4C47552E}" srcOrd="0" destOrd="0" presId="urn:microsoft.com/office/officeart/2005/8/layout/vProcess5"/>
    <dgm:cxn modelId="{6B14342D-5E46-42CF-BB88-DDE1B292776F}" type="presOf" srcId="{E93F5B55-6FC4-4E66-92AB-43A9305184A8}" destId="{8F90740F-EBA1-438A-A608-903F89B68489}" srcOrd="1" destOrd="0" presId="urn:microsoft.com/office/officeart/2005/8/layout/vProcess5"/>
    <dgm:cxn modelId="{0DE4392F-35CF-4378-B27E-9421B87D88E4}" srcId="{E3B03915-2A20-4EA5-90C2-56286EE072D8}" destId="{57DA5BC0-AB7C-4E5C-AB17-68E164E03DB1}" srcOrd="0" destOrd="0" parTransId="{B2194016-AE59-4F67-A388-EFBD58787533}" sibTransId="{0C818728-05E8-4612-83C6-7AA3E6CB90E5}"/>
    <dgm:cxn modelId="{A9432E30-E402-411C-A768-EBA8A967FC2A}" srcId="{E3B03915-2A20-4EA5-90C2-56286EE072D8}" destId="{1D087653-E69E-4CB7-B951-CAAC35127E6C}" srcOrd="1" destOrd="0" parTransId="{78BADA14-2E32-4CB4-9D4B-76AD6BCFEA52}" sibTransId="{F7C6393B-FBA4-4040-A131-A67D3AE3BA39}"/>
    <dgm:cxn modelId="{3E0C0431-F58C-44EB-96FF-4D6796B31E52}" type="presOf" srcId="{57DA5BC0-AB7C-4E5C-AB17-68E164E03DB1}" destId="{62C22CE1-6B3E-44D6-9C2E-E7C24B7A3E37}" srcOrd="1" destOrd="0" presId="urn:microsoft.com/office/officeart/2005/8/layout/vProcess5"/>
    <dgm:cxn modelId="{88098A34-0FAB-47C8-80AC-06C2EE7617E1}" type="presOf" srcId="{1D087653-E69E-4CB7-B951-CAAC35127E6C}" destId="{BE5E2D6C-BDDE-460B-8F6B-9A1016E0EB67}" srcOrd="0" destOrd="0" presId="urn:microsoft.com/office/officeart/2005/8/layout/vProcess5"/>
    <dgm:cxn modelId="{08E02C5F-9A92-44E2-92E8-D0A0BA23B835}" srcId="{E3B03915-2A20-4EA5-90C2-56286EE072D8}" destId="{438011DB-04F8-46CF-8C7B-5AECA1B63931}" srcOrd="2" destOrd="0" parTransId="{788D6903-59EE-4A93-8EFC-5227F0C4D0B2}" sibTransId="{4D22307C-9C05-4693-B3D7-8692433B27D2}"/>
    <dgm:cxn modelId="{BDB98D44-DD40-487C-A9A6-F42244F18506}" type="presOf" srcId="{438011DB-04F8-46CF-8C7B-5AECA1B63931}" destId="{90203423-F47F-4EA5-BF16-D55B23124C23}" srcOrd="0" destOrd="0" presId="urn:microsoft.com/office/officeart/2005/8/layout/vProcess5"/>
    <dgm:cxn modelId="{2E376A83-4A3B-4ECF-BD93-E55A5B2470BF}" type="presOf" srcId="{1D087653-E69E-4CB7-B951-CAAC35127E6C}" destId="{67A53D5E-18AA-4815-BBCD-024F7D1CB940}" srcOrd="1" destOrd="0" presId="urn:microsoft.com/office/officeart/2005/8/layout/vProcess5"/>
    <dgm:cxn modelId="{D4225F89-7599-4634-AFC7-184E0248E1F7}" type="presOf" srcId="{E93F5B55-6FC4-4E66-92AB-43A9305184A8}" destId="{E3D02028-D4E7-4532-B509-03690D021EF6}" srcOrd="0" destOrd="0" presId="urn:microsoft.com/office/officeart/2005/8/layout/vProcess5"/>
    <dgm:cxn modelId="{4B615D8A-7C3B-494D-AD53-8C2B01792965}" type="presOf" srcId="{0C818728-05E8-4612-83C6-7AA3E6CB90E5}" destId="{B846172E-ABCD-45A5-8BB0-93034E3289B3}" srcOrd="0" destOrd="0" presId="urn:microsoft.com/office/officeart/2005/8/layout/vProcess5"/>
    <dgm:cxn modelId="{DF9FC08D-F053-470F-9CD5-589F42402D21}" type="presOf" srcId="{438011DB-04F8-46CF-8C7B-5AECA1B63931}" destId="{1D623E9D-B5A3-4B4E-B5E4-57B19BD43805}" srcOrd="1" destOrd="0" presId="urn:microsoft.com/office/officeart/2005/8/layout/vProcess5"/>
    <dgm:cxn modelId="{1AF7FE91-EFF0-4E22-BE63-C563B73F2F21}" type="presOf" srcId="{57DA5BC0-AB7C-4E5C-AB17-68E164E03DB1}" destId="{8311D232-C942-40D1-9309-C359BD49D2D1}" srcOrd="0" destOrd="0" presId="urn:microsoft.com/office/officeart/2005/8/layout/vProcess5"/>
    <dgm:cxn modelId="{117D4AA8-457E-47AE-8356-DABFFE90CC68}" type="presOf" srcId="{E3B03915-2A20-4EA5-90C2-56286EE072D8}" destId="{26C87B23-E070-4188-B5A6-66E96C5D12DF}" srcOrd="0" destOrd="0" presId="urn:microsoft.com/office/officeart/2005/8/layout/vProcess5"/>
    <dgm:cxn modelId="{AA560CB8-A524-41D4-8BAE-74F7B6022731}" srcId="{E3B03915-2A20-4EA5-90C2-56286EE072D8}" destId="{E93F5B55-6FC4-4E66-92AB-43A9305184A8}" srcOrd="3" destOrd="0" parTransId="{19474014-F6F9-47C5-BE16-DC1C79CC4C48}" sibTransId="{57EF14DE-6AFF-410A-99B3-FD228DACE67B}"/>
    <dgm:cxn modelId="{3D56C7D5-7227-48E6-BCFD-9245B42673DF}" type="presOf" srcId="{4D22307C-9C05-4693-B3D7-8692433B27D2}" destId="{3911BBE5-E53A-4D86-9ED3-BD1FFD936934}" srcOrd="0" destOrd="0" presId="urn:microsoft.com/office/officeart/2005/8/layout/vProcess5"/>
    <dgm:cxn modelId="{D4813637-C184-42A6-A62F-D3318E68235D}" type="presParOf" srcId="{26C87B23-E070-4188-B5A6-66E96C5D12DF}" destId="{4711F629-1E4F-48CC-AE1E-C5B5BA3E1B3F}" srcOrd="0" destOrd="0" presId="urn:microsoft.com/office/officeart/2005/8/layout/vProcess5"/>
    <dgm:cxn modelId="{A14DC0E4-ED5F-4B7B-8601-2FA377FF8525}" type="presParOf" srcId="{26C87B23-E070-4188-B5A6-66E96C5D12DF}" destId="{8311D232-C942-40D1-9309-C359BD49D2D1}" srcOrd="1" destOrd="0" presId="urn:microsoft.com/office/officeart/2005/8/layout/vProcess5"/>
    <dgm:cxn modelId="{962A4380-C794-4761-AA6E-AC7952122618}" type="presParOf" srcId="{26C87B23-E070-4188-B5A6-66E96C5D12DF}" destId="{BE5E2D6C-BDDE-460B-8F6B-9A1016E0EB67}" srcOrd="2" destOrd="0" presId="urn:microsoft.com/office/officeart/2005/8/layout/vProcess5"/>
    <dgm:cxn modelId="{0C333373-CDDC-4519-831C-130F65121C4D}" type="presParOf" srcId="{26C87B23-E070-4188-B5A6-66E96C5D12DF}" destId="{90203423-F47F-4EA5-BF16-D55B23124C23}" srcOrd="3" destOrd="0" presId="urn:microsoft.com/office/officeart/2005/8/layout/vProcess5"/>
    <dgm:cxn modelId="{64A1F8FB-B558-4C48-9C41-4CC32A42538C}" type="presParOf" srcId="{26C87B23-E070-4188-B5A6-66E96C5D12DF}" destId="{E3D02028-D4E7-4532-B509-03690D021EF6}" srcOrd="4" destOrd="0" presId="urn:microsoft.com/office/officeart/2005/8/layout/vProcess5"/>
    <dgm:cxn modelId="{2BC8955E-C1B3-4185-8245-8CD76442D1FE}" type="presParOf" srcId="{26C87B23-E070-4188-B5A6-66E96C5D12DF}" destId="{B846172E-ABCD-45A5-8BB0-93034E3289B3}" srcOrd="5" destOrd="0" presId="urn:microsoft.com/office/officeart/2005/8/layout/vProcess5"/>
    <dgm:cxn modelId="{D764E015-43D3-403C-81FE-917DD4C2EC26}" type="presParOf" srcId="{26C87B23-E070-4188-B5A6-66E96C5D12DF}" destId="{0A1016BC-0B05-4B72-8880-753E4C47552E}" srcOrd="6" destOrd="0" presId="urn:microsoft.com/office/officeart/2005/8/layout/vProcess5"/>
    <dgm:cxn modelId="{810394F0-C1F9-439B-95BE-F658B6C8ABC0}" type="presParOf" srcId="{26C87B23-E070-4188-B5A6-66E96C5D12DF}" destId="{3911BBE5-E53A-4D86-9ED3-BD1FFD936934}" srcOrd="7" destOrd="0" presId="urn:microsoft.com/office/officeart/2005/8/layout/vProcess5"/>
    <dgm:cxn modelId="{EE75E53C-BA72-4580-964F-89641300C53F}" type="presParOf" srcId="{26C87B23-E070-4188-B5A6-66E96C5D12DF}" destId="{62C22CE1-6B3E-44D6-9C2E-E7C24B7A3E37}" srcOrd="8" destOrd="0" presId="urn:microsoft.com/office/officeart/2005/8/layout/vProcess5"/>
    <dgm:cxn modelId="{904A721F-2185-4D73-880D-2D9F3FFAC5F1}" type="presParOf" srcId="{26C87B23-E070-4188-B5A6-66E96C5D12DF}" destId="{67A53D5E-18AA-4815-BBCD-024F7D1CB940}" srcOrd="9" destOrd="0" presId="urn:microsoft.com/office/officeart/2005/8/layout/vProcess5"/>
    <dgm:cxn modelId="{62FCCE62-E916-4EF8-A1D2-54986DFD6803}" type="presParOf" srcId="{26C87B23-E070-4188-B5A6-66E96C5D12DF}" destId="{1D623E9D-B5A3-4B4E-B5E4-57B19BD43805}" srcOrd="10" destOrd="0" presId="urn:microsoft.com/office/officeart/2005/8/layout/vProcess5"/>
    <dgm:cxn modelId="{C9F7023F-FA09-4AE0-A075-DA17EDDFA6F3}" type="presParOf" srcId="{26C87B23-E070-4188-B5A6-66E96C5D12DF}" destId="{8F90740F-EBA1-438A-A608-903F89B6848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11D232-C942-40D1-9309-C359BD49D2D1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Grouping genres was difficult at first but I was able to use what we did earlier in class (like for loops with if/else statements) to figure it out</a:t>
          </a:r>
        </a:p>
      </dsp:txBody>
      <dsp:txXfrm>
        <a:off x="28038" y="28038"/>
        <a:ext cx="7298593" cy="901218"/>
      </dsp:txXfrm>
    </dsp:sp>
    <dsp:sp modelId="{BE5E2D6C-BDDE-460B-8F6B-9A1016E0EB67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Overall, the project gave me information about the correlation between genre and sales (this is helpful as a writer to know what genres are increasing in sales)</a:t>
          </a:r>
        </a:p>
      </dsp:txBody>
      <dsp:txXfrm>
        <a:off x="732583" y="1159385"/>
        <a:ext cx="7029617" cy="901218"/>
      </dsp:txXfrm>
    </dsp:sp>
    <dsp:sp modelId="{90203423-F47F-4EA5-BF16-D55B23124C23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This class helped me to understand how basic coding works and how to understand datasets through code</a:t>
          </a:r>
        </a:p>
      </dsp:txBody>
      <dsp:txXfrm>
        <a:off x="1426612" y="2290733"/>
        <a:ext cx="7040133" cy="901218"/>
      </dsp:txXfrm>
    </dsp:sp>
    <dsp:sp modelId="{E3D02028-D4E7-4532-B509-03690D021EF6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Do you have any questions?</a:t>
          </a:r>
        </a:p>
      </dsp:txBody>
      <dsp:txXfrm>
        <a:off x="2131157" y="3422081"/>
        <a:ext cx="7029617" cy="901218"/>
      </dsp:txXfrm>
    </dsp:sp>
    <dsp:sp modelId="{B846172E-ABCD-45A5-8BB0-93034E3289B3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30242" y="733200"/>
        <a:ext cx="342233" cy="468236"/>
      </dsp:txXfrm>
    </dsp:sp>
    <dsp:sp modelId="{0A1016BC-0B05-4B72-8880-753E4C47552E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34787" y="1864548"/>
        <a:ext cx="342233" cy="468236"/>
      </dsp:txXfrm>
    </dsp:sp>
    <dsp:sp modelId="{3911BBE5-E53A-4D86-9ED3-BD1FFD936934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328817" y="2995896"/>
        <a:ext cx="342233" cy="46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7F62-829E-1FF2-7AF0-3FE2162FB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DE0C70-414F-AF95-D9FE-B21E6EAEA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D97AB-FC3F-ACBE-97BC-054EE95A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C0438-203F-45FB-833B-04B920EF062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7382F-A779-69D2-B7E1-CCD4A58F7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20807-1306-90E5-E557-187AAF37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9D2A-4BA0-4852-AA43-63A7908A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080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B3609-0C34-DEAF-5D17-E7CFDD47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938A3-04D0-042F-0ACF-84CADB936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5EFB8-292B-47D0-F56B-636ECAF9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C0438-203F-45FB-833B-04B920EF062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A2377-6FB1-4A94-5424-458FD66C3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B0ADF-17AD-D7CD-53EB-D2E2E31A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9D2A-4BA0-4852-AA43-63A7908A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450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26B6B-4CF4-A490-43EA-0B45D3137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CC0AB-9B9D-E76E-011A-80A7195B6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8DEB8-DECE-13D4-7A23-5CD8286FB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C0438-203F-45FB-833B-04B920EF062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0F0F7-7E88-00A2-88D6-D05E9DC05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C545F-D7A3-42E4-CDE5-1682DFBD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9D2A-4BA0-4852-AA43-63A7908A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54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F8E17-9572-35AF-4C24-8899EC515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69995-B0E0-93D8-4638-F179FD365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A6254D-414D-3D65-544F-98C279F2B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90192-4D44-81A3-8736-DB915EC5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C0438-203F-45FB-833B-04B920EF062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FF839-E78D-4FEC-964C-100094426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82EEC-A970-4C43-6B93-F199F5FAE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9D2A-4BA0-4852-AA43-63A7908A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6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ADB04-80C2-50E0-2D66-97EE44CF2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6A97D-17D6-CA86-A7D9-7BC6E022A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24BAB-591A-F2B2-C48B-9A8BAD530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DEC7E-D8E1-41C1-F40A-29116E83ED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5E4083-7E88-9318-4397-983888FE71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BFCA4C-6475-9242-09B3-25D60519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C0438-203F-45FB-833B-04B920EF062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F6959C-581C-931D-80ED-EB9F5C4EB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6F2D0B-1C7C-24DF-747A-6054BC813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9D2A-4BA0-4852-AA43-63A7908A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44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0884-4AA5-9DEA-D7E9-0C4C2D018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2E011C-588C-E43D-E8CB-0C9BA3E40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C0438-203F-45FB-833B-04B920EF062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66CAE-DC01-5515-A86D-0E0826732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D880-95FC-19B4-8707-501E128EF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9D2A-4BA0-4852-AA43-63A7908A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58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C0B285-16B0-0582-935C-F03F7E2F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C0438-203F-45FB-833B-04B920EF062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6BC76D-2EB1-E607-E005-1E1E338D1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DAEC7-6223-81E7-03A0-4F3EBCC86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9D2A-4BA0-4852-AA43-63A7908A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60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1B951-D161-C1DD-06DD-7FFDD3314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A05-4C41-20FF-C4DE-B3F371BFB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2A97C-B3C2-99EB-5320-3DADDDB75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EB78E-E215-B178-A3AF-F7A83DF43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C0438-203F-45FB-833B-04B920EF062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D745C-09DD-AE99-F511-273FD5798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DA4AA-1980-A5EF-2E3E-85E5128C7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9D2A-4BA0-4852-AA43-63A7908A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48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8B257-C8E9-030A-F7EB-D3BBC686A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54CEA2-4027-360F-1C7F-919ED53BA5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2FD97-C9F0-206D-8344-3125191D7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8EE41-C296-6364-7F3F-9BAE3AD87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C0438-203F-45FB-833B-04B920EF062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C492C-12DC-2466-5C11-87335E867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88E83-E288-2A22-321E-06EF0358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9D2A-4BA0-4852-AA43-63A7908A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27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A7F02-7713-1F4D-9138-6E53B2B6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CB6AD-23A1-CD7A-85C0-62BFCC007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F1232-00E8-2F0A-01AF-352A477AB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C0438-203F-45FB-833B-04B920EF062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665A8-471C-0D59-1771-3328A9D64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319DE-7A3E-1CE6-C396-D3F59C117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9D2A-4BA0-4852-AA43-63A7908A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10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81A489-881B-1D52-C19D-E9BDC2EC7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55898-5046-38F9-7FE3-BC3AFA36C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30F02-9565-420B-3F92-B7935B00E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C0438-203F-45FB-833B-04B920EF062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1F29C-53E6-1D39-9D9F-9D6A2E25B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9A048-72EE-C01B-B1A5-1E0A2D246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9D2A-4BA0-4852-AA43-63A7908A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8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D7760-94FB-B633-4713-1B20011D9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C3B5C-47E1-3C6F-49D1-426BFECB6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BB7CF-9F6E-0F5A-2E20-36C038366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4C0438-203F-45FB-833B-04B920EF062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8AABD-9C0A-BE24-5F8D-3708C131B2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CE5C9-8D8C-31CB-7F0D-405AA66E3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C49D2A-4BA0-4852-AA43-63A7908A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56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ADF8875F-99B2-9E43-A78A-3E58A093C7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5981" b="975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84CC2C-7824-572C-A949-4999F49044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CS-170 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D5B6F4-C330-4E05-97A4-0A99B5FFF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Submitted by: Rach Wascoe</a:t>
            </a:r>
          </a:p>
          <a:p>
            <a:r>
              <a:rPr lang="en-US" dirty="0">
                <a:solidFill>
                  <a:srgbClr val="FFFFFF"/>
                </a:solidFill>
              </a:rPr>
              <a:t>Supervised by: Atia Sultana</a:t>
            </a:r>
          </a:p>
        </p:txBody>
      </p:sp>
    </p:spTree>
    <p:extLst>
      <p:ext uri="{BB962C8B-B14F-4D97-AF65-F5344CB8AC3E}">
        <p14:creationId xmlns:p14="http://schemas.microsoft.com/office/powerpoint/2010/main" val="167436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4F9275-58AC-C4E6-70C1-C222F801D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Importing Libraries and Getting Started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F199308-0AEC-331F-3C56-43F994155A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28" b="2"/>
          <a:stretch>
            <a:fillRect/>
          </a:stretch>
        </p:blipFill>
        <p:spPr>
          <a:xfrm>
            <a:off x="4038604" y="1340241"/>
            <a:ext cx="8060079" cy="417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236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4A404B-B592-06F3-CE40-9705542EA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Finding Shape/ Datatypes of Dataset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7123919-478B-45D8-64CB-17144C2F68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520"/>
          <a:stretch>
            <a:fillRect/>
          </a:stretch>
        </p:blipFill>
        <p:spPr>
          <a:xfrm>
            <a:off x="4142164" y="1413656"/>
            <a:ext cx="7811995" cy="404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00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D65C7AE-43E6-DEEF-21C6-94F69770B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176" y="5344620"/>
            <a:ext cx="12202176" cy="1519355"/>
            <a:chOff x="-10176" y="5338644"/>
            <a:chExt cx="12202176" cy="151935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E591D3-C82D-EFF2-C1B9-715BFB67ED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V="1">
              <a:off x="5331238" y="-2767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3B61A17-DD52-DE54-2FDF-45CAF92D02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V="1">
              <a:off x="8226086" y="2885969"/>
              <a:ext cx="1507122" cy="6424706"/>
            </a:xfrm>
            <a:prstGeom prst="rect">
              <a:avLst/>
            </a:prstGeom>
            <a:gradFill>
              <a:gsLst>
                <a:gs pos="98739">
                  <a:schemeClr val="accent5">
                    <a:alpha val="70000"/>
                  </a:schemeClr>
                </a:gs>
                <a:gs pos="45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9DC8DB2-298F-EDD7-9BCE-78101BCDC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V="1">
              <a:off x="3921534" y="1406934"/>
              <a:ext cx="1519355" cy="9382775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06C464A-9248-9C98-705D-582BFEF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5614"/>
            <a:ext cx="6784181" cy="9139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Working with Language and Genre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E768DC-C277-A75F-6037-D5469529C0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08" b="2"/>
          <a:stretch>
            <a:fillRect/>
          </a:stretch>
        </p:blipFill>
        <p:spPr>
          <a:xfrm>
            <a:off x="-7940" y="-1"/>
            <a:ext cx="8328605" cy="53488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06CBB4-69FD-AD2A-01A6-0EB2AAB7E0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45" r="42467" b="-1"/>
          <a:stretch>
            <a:fillRect/>
          </a:stretch>
        </p:blipFill>
        <p:spPr>
          <a:xfrm>
            <a:off x="8312724" y="10"/>
            <a:ext cx="3879276" cy="267612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466A89-E129-F8EF-7D78-BB3D78D43C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r="2526" b="-4"/>
          <a:stretch>
            <a:fillRect/>
          </a:stretch>
        </p:blipFill>
        <p:spPr>
          <a:xfrm>
            <a:off x="8312724" y="2672698"/>
            <a:ext cx="3878695" cy="267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131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40021-72CE-2501-212B-B5153834E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Finding a Specific Line Using Loc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C3BB5B-070C-54FE-A5DD-C529FB4E12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664"/>
          <a:stretch>
            <a:fillRect/>
          </a:stretch>
        </p:blipFill>
        <p:spPr>
          <a:xfrm>
            <a:off x="432225" y="2315723"/>
            <a:ext cx="11327549" cy="375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505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730481-82AF-4D3E-CFCD-31629378D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Looking at Sales and Genre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5EF757-7F57-9EE6-0017-13533FA53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67" y="2007990"/>
            <a:ext cx="6174682" cy="3704808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E585CE-B5C4-2F9C-5038-1D87AC78C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22015" y="1842212"/>
            <a:ext cx="6458185" cy="403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11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DC9BEF-F216-0E3E-85DC-EB2268A56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Finding Sales for each Book Using fillna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BA7C07-F113-C6A4-E56A-902B479F45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3362" y="1635903"/>
            <a:ext cx="7709115" cy="360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16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F65200E-BE19-61BA-8C12-E73CE7790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4850097"/>
            <a:ext cx="12202175" cy="2021488"/>
            <a:chOff x="-1" y="-29768"/>
            <a:chExt cx="12202175" cy="151935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DCB7929-1F93-E966-9A22-29A959C2A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E9333BF-F59E-1341-F162-50F5832385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345832-F005-417F-6A2A-8481A275FF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962663" y="-3992432"/>
              <a:ext cx="1519356" cy="944468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9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C2ED1A5-16E4-5EF1-C217-EC664E667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630" y="5167418"/>
            <a:ext cx="8949690" cy="70226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3100" dirty="0">
                <a:solidFill>
                  <a:srgbClr val="FFFFFF"/>
                </a:solidFill>
              </a:rPr>
              <a:t>Looking at Sales over 200.0 (mil) and Published after 2000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CE77DD-A15E-AE64-C4E9-F756CA8E7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025" y="1812936"/>
            <a:ext cx="7883149" cy="3074426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4E908E-1474-A4CB-752B-34AC3B666F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7628262" cy="202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45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446722-FDEC-8B60-5DA3-6D0248DCC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Scatter plot showing Sales and First Published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4C8CE8-66B2-153B-0A70-F98A6232D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333534"/>
            <a:ext cx="7225748" cy="419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854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5EBA5A6-541E-42E7-47AC-CB240318F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Adding my own book to Dataset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990D2B-DA7D-3591-B806-F11A5698D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686" y="3068600"/>
            <a:ext cx="9593022" cy="3621365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8FC695-7B3B-4BE2-23C8-6E0D95DA9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32" y="1575461"/>
            <a:ext cx="11277516" cy="1325105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46BA4FD-7701-388A-1B58-CD48B81B5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5070346"/>
            <a:ext cx="9496427" cy="1385266"/>
          </a:xfrm>
        </p:spPr>
        <p:txBody>
          <a:bodyPr>
            <a:norm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661027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69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007BF-DE41-86FD-7A9F-40046BB71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497" y="655782"/>
            <a:ext cx="7127063" cy="14801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Grouping Genres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838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B97A6D-B9B3-C728-9CCE-AAD447B7F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98" y="1553801"/>
            <a:ext cx="10767916" cy="7806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13E0B8-12E8-BFAB-3ABD-F55D7B054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499" y="2587609"/>
            <a:ext cx="4277478" cy="330435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694427-D59B-F8F5-9416-9594C20328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r="39480"/>
          <a:stretch>
            <a:fillRect/>
          </a:stretch>
        </p:blipFill>
        <p:spPr>
          <a:xfrm>
            <a:off x="6546456" y="2587609"/>
            <a:ext cx="5184335" cy="3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1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00A570-B5A3-B1B6-2B61-579C15C1635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706" b="100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CC728-C06B-6940-30CC-9F1398DC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DCA906-8D1E-C93F-33FE-B1B2CB2060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094334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26727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f9bf379-bf45-4158-93ed-77af605d8fe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75FC7609F2F44A90A10F683AEAC955" ma:contentTypeVersion="13" ma:contentTypeDescription="Create a new document." ma:contentTypeScope="" ma:versionID="a7fd9300339123f211c4aa48dd562185">
  <xsd:schema xmlns:xsd="http://www.w3.org/2001/XMLSchema" xmlns:xs="http://www.w3.org/2001/XMLSchema" xmlns:p="http://schemas.microsoft.com/office/2006/metadata/properties" xmlns:ns3="8f9bf379-bf45-4158-93ed-77af605d8fe5" xmlns:ns4="bfb93d97-8afe-463e-84f7-d195672f95d0" targetNamespace="http://schemas.microsoft.com/office/2006/metadata/properties" ma:root="true" ma:fieldsID="ab40c2d592dff02efed7003280de468a" ns3:_="" ns4:_="">
    <xsd:import namespace="8f9bf379-bf45-4158-93ed-77af605d8fe5"/>
    <xsd:import namespace="bfb93d97-8afe-463e-84f7-d195672f95d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9bf379-bf45-4158-93ed-77af605d8f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b93d97-8afe-463e-84f7-d195672f95d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EA1F67-9F1E-4579-A64E-9CFEEAA38F98}">
  <ds:schemaRefs>
    <ds:schemaRef ds:uri="8f9bf379-bf45-4158-93ed-77af605d8fe5"/>
    <ds:schemaRef ds:uri="bfb93d97-8afe-463e-84f7-d195672f95d0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F7F5C1A-4998-45A4-915F-195B061237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F7AB87-9F6D-4C20-A579-4DE8285F4A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9bf379-bf45-4158-93ed-77af605d8fe5"/>
    <ds:schemaRef ds:uri="bfb93d97-8afe-463e-84f7-d195672f95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160</Words>
  <Application>Microsoft Office PowerPoint</Application>
  <PresentationFormat>Widescreen</PresentationFormat>
  <Paragraphs>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CS-170 Final Project</vt:lpstr>
      <vt:lpstr>Importing Libraries and Getting Started</vt:lpstr>
      <vt:lpstr>Finding Shape/ Datatypes of Dataset</vt:lpstr>
      <vt:lpstr>Working with Language and Genre</vt:lpstr>
      <vt:lpstr>Finding a Specific Line Using Loc</vt:lpstr>
      <vt:lpstr>Looking at Sales and Genre</vt:lpstr>
      <vt:lpstr>Finding Sales for each Book Using fillna</vt:lpstr>
      <vt:lpstr>Looking at Sales over 200.0 (mil) and Published after 2000</vt:lpstr>
      <vt:lpstr>Scatter plot showing Sales and First Published  </vt:lpstr>
      <vt:lpstr>Adding my own book to Dataset</vt:lpstr>
      <vt:lpstr>Grouping Genres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Wascoe, Rach</dc:creator>
  <cp:lastModifiedBy>Wascoe, Rach</cp:lastModifiedBy>
  <cp:revision>2</cp:revision>
  <dcterms:created xsi:type="dcterms:W3CDTF">2025-11-20T14:03:37Z</dcterms:created>
  <dcterms:modified xsi:type="dcterms:W3CDTF">2025-12-01T14:35:39Z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0x0101002775FC7609F2F44A90A10F683AEAC955</vt:lpwstr>
  </property>
</Properties>
</file>